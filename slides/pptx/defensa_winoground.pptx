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72B2"/>
                </a:solidFill>
              </a:defRPr>
            </a:pPr>
            <a:r>
              <a:t>Winoground / Evaluating CLIP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Retrieval alto ≠ razonamiento composicional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Niels Victor Pacheco Barrios — MCC225 · Examen Parcial 2026-1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Cuadernos C5 · C8 · C10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Recordatorio: paper y resultado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Winoground: pares mínimos (2 imágenes, 2 captions, mismas palabras, distinto orden).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Mide composición, no reconocimiento. Azar: text=image=1/4, group=1/6.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Evaluating CLIP: mayor accuracy no implica mejor modelo (sesgos, diseño de clases).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Resultado: Recall@K alto, pero group score ≈ azar.</a:t>
            </a:r>
          </a:p>
        </p:txBody>
      </p:sp>
      <p:pic>
        <p:nvPicPr>
          <p:cNvPr id="4" name="Picture 3" descr="recall_vs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7010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Cómo lo obtuve ejecutando C10 (3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Motor OpenCLIP del Cuaderno 10: encode imagen/texto, similitud coseno.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winoground_data.py: real (HF gated) + fallback curado.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winoground_eval.py: matriz 2×2 sim[caption,imagen] y los 3 scores.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02_run_winoground.py: scores + IC bootstrap + by-tag + ceguera + R@K.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text=1 ⇔ s(c0,i0)&gt;s(c0,i1) y s(c1,i1)&gt;s(c1,i0).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group = text AND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Verificación en vivo: los tres scores (3 min)</a:t>
            </a:r>
          </a:p>
        </p:txBody>
      </p:sp>
      <p:pic>
        <p:nvPicPr>
          <p:cNvPr id="3" name="Picture 2" descr="scores_vs_ch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80160"/>
            <a:ext cx="79654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Mejora en vivo: ¿usa la imagen? y por tag (3 min)</a:t>
            </a:r>
          </a:p>
        </p:txBody>
      </p:sp>
      <p:pic>
        <p:nvPicPr>
          <p:cNvPr id="3" name="Picture 2" descr="blind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543040" cy="4206240"/>
          </a:xfrm>
          <a:prstGeom prst="rect">
            <a:avLst/>
          </a:prstGeom>
        </p:spPr>
      </p:pic>
      <p:pic>
        <p:nvPicPr>
          <p:cNvPr id="4" name="Picture 3" descr="by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7010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Defensa crítica: limitaciones y mejora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El group score mezcla fallo composicional con ítems ambiguos (Diwan et al.).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Set curado = proxy controlado, no el benchmark oficial.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Azar del group = 1/6 (no 1/16): text e image no son independientes.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Sensibilidad a empates y a la normalización de embeddings.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Mejora: evaluar cross-encoder / fusión profunda (C5) y re-ranking (C6); versionar embeddings (DVC).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Backup: comparación de checkpoints</a:t>
            </a:r>
          </a:p>
        </p:txBody>
      </p:sp>
      <p:pic>
        <p:nvPicPr>
          <p:cNvPr id="3" name="Picture 2" descr="checkpoi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9103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Backup: casos de error</a:t>
            </a:r>
          </a:p>
        </p:txBody>
      </p:sp>
      <p:pic>
        <p:nvPicPr>
          <p:cNvPr id="3" name="Picture 2" descr="qualitativ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37528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